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2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4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2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4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7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2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4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9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489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54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80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04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9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DD3F7-150B-45E8-B09C-41F9A09774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F11DE-4E88-4663-9454-41FFAD8FA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anoub-Adel-Gerges/Text-SearchSourc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Abanoub-Adel-Gerges/Text-Search/tree/main/Text%20Search/src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text-message-note-394180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C422-A30E-463F-867F-D13D68022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Text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CE4DC-0D9D-4E94-AF9E-9F5EEE541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Team 1</a:t>
            </a:r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48AA8F-B277-4C1A-8530-E72EDC1A1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39268"/>
              </p:ext>
            </p:extLst>
          </p:nvPr>
        </p:nvGraphicFramePr>
        <p:xfrm>
          <a:off x="2032000" y="4318001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288887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04742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B.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7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Abanoub Samy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9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Abanoub Adel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Seif Eldin Elsayed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072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Nesreen 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1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Nour Abdelsater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812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42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Download the project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BB9F6CD-CFCF-4C3E-A04D-A5A0C3B3A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031" y="815181"/>
            <a:ext cx="5334000" cy="5334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b="1" dirty="0"/>
              <a:t>Full Project:</a:t>
            </a:r>
          </a:p>
          <a:p>
            <a:r>
              <a:rPr lang="en-US" b="1" dirty="0"/>
              <a:t>You can download the entire project from this URL:</a:t>
            </a:r>
          </a:p>
          <a:p>
            <a:r>
              <a:rPr lang="en-US" b="1" dirty="0">
                <a:hlinkClick r:id="rId3"/>
              </a:rPr>
              <a:t>https://github.com/Abanoub-Adel-Gerges/Text-SearchSource</a:t>
            </a:r>
            <a:endParaRPr lang="en-US" b="1" dirty="0"/>
          </a:p>
          <a:p>
            <a:r>
              <a:rPr lang="en-US" b="1" dirty="0"/>
              <a:t> Code Only:</a:t>
            </a:r>
          </a:p>
          <a:p>
            <a:r>
              <a:rPr lang="en-US" b="1" dirty="0"/>
              <a:t>If you only need the source code (for use in IDEs other than IntelliJ), use this link:</a:t>
            </a:r>
          </a:p>
          <a:p>
            <a:r>
              <a:rPr lang="en-US" b="1" dirty="0">
                <a:hlinkClick r:id="rId4"/>
              </a:rPr>
              <a:t>https://github.com/Abanoub-Adel-Gerges/Text-Search/tree/main/Text%20Search/src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908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run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1800" b="1" dirty="0"/>
              <a:t>1- Open the Main function in your IDE.</a:t>
            </a:r>
          </a:p>
          <a:p>
            <a:r>
              <a:rPr lang="en-US" sz="1800" b="1" dirty="0"/>
              <a:t>2- Click Run to start the GUI version.</a:t>
            </a:r>
          </a:p>
          <a:p>
            <a:r>
              <a:rPr lang="en-US" sz="1800" b="1" dirty="0"/>
              <a:t>3- To switch to Console mode:</a:t>
            </a:r>
          </a:p>
          <a:p>
            <a:r>
              <a:rPr lang="en-US" sz="1800" b="1" dirty="0"/>
              <a:t>- Uncomment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project.consoleProject();</a:t>
            </a:r>
          </a:p>
          <a:p>
            <a:r>
              <a:rPr lang="en-US" sz="1800" b="1" dirty="0"/>
              <a:t>- Comment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//project.GUIProject();</a:t>
            </a:r>
          </a:p>
          <a:p>
            <a:r>
              <a:rPr lang="en-US" sz="1800" b="1" dirty="0"/>
              <a:t>4- Currently, we are using the GUI version.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030AEA-8C2F-4561-A56B-79D1373DB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6095" y="1245517"/>
            <a:ext cx="6149873" cy="4473328"/>
          </a:xfrm>
        </p:spPr>
      </p:pic>
    </p:spTree>
    <p:extLst>
      <p:ext uri="{BB962C8B-B14F-4D97-AF65-F5344CB8AC3E}">
        <p14:creationId xmlns:p14="http://schemas.microsoft.com/office/powerpoint/2010/main" val="168774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By default:</a:t>
            </a:r>
          </a:p>
          <a:p>
            <a:pPr marL="285750" indent="-285750">
              <a:buFontTx/>
              <a:buChar char="-"/>
            </a:pPr>
            <a:r>
              <a:rPr lang="en-US" sz="1800" b="1" dirty="0"/>
              <a:t>Input file: input.txt</a:t>
            </a:r>
          </a:p>
          <a:p>
            <a:pPr marL="285750" indent="-285750">
              <a:buFontTx/>
              <a:buChar char="-"/>
            </a:pPr>
            <a:r>
              <a:rPr lang="en-US" sz="1800" b="1" dirty="0"/>
              <a:t>Output file: output.txt</a:t>
            </a:r>
          </a:p>
          <a:p>
            <a:r>
              <a:rPr lang="en-US" sz="1800" b="1" dirty="0"/>
              <a:t>The program creates them automatically if they don’t exist.</a:t>
            </a:r>
          </a:p>
          <a:p>
            <a:r>
              <a:rPr lang="en-US" sz="1800" b="1" dirty="0"/>
              <a:t>To use a different file: click Browse and select your file.</a:t>
            </a:r>
          </a:p>
          <a:p>
            <a:r>
              <a:rPr lang="en-US" sz="1800" b="1" dirty="0"/>
              <a:t>Add input as described for each message.</a:t>
            </a:r>
          </a:p>
          <a:p>
            <a:r>
              <a:rPr lang="en-US" sz="1800" b="1" dirty="0"/>
              <a:t>If no replacement is needed, leave the “Replace with” input field empty.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89C653-C68B-462F-AF0F-BBAFC7FB4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5863" y="864760"/>
            <a:ext cx="6510337" cy="5234842"/>
          </a:xfrm>
        </p:spPr>
      </p:pic>
    </p:spTree>
    <p:extLst>
      <p:ext uri="{BB962C8B-B14F-4D97-AF65-F5344CB8AC3E}">
        <p14:creationId xmlns:p14="http://schemas.microsoft.com/office/powerpoint/2010/main" val="117658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000" b="1" dirty="0"/>
              <a:t>Using the Browse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Select an input file using Browse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program precomputes the file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Precompute time is displayed (see image)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Once precomputed, you can apply queries as needed</a:t>
            </a:r>
          </a:p>
          <a:p>
            <a:endParaRPr lang="en-US" sz="18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91C525-C3D2-4E09-915A-D69AADFA0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5863" y="1106840"/>
            <a:ext cx="6510337" cy="4596375"/>
          </a:xfrm>
        </p:spPr>
      </p:pic>
    </p:spTree>
    <p:extLst>
      <p:ext uri="{BB962C8B-B14F-4D97-AF65-F5344CB8AC3E}">
        <p14:creationId xmlns:p14="http://schemas.microsoft.com/office/powerpoint/2010/main" val="20895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000" b="1" dirty="0"/>
              <a:t>Example Query Output:</a:t>
            </a:r>
          </a:p>
          <a:p>
            <a:r>
              <a:rPr lang="en-US" sz="1800" b="1" dirty="0"/>
              <a:t>As you can see in the output: </a:t>
            </a:r>
          </a:p>
          <a:p>
            <a:r>
              <a:rPr lang="en-US" sz="1800" b="1" dirty="0"/>
              <a:t>1- Query Number</a:t>
            </a:r>
          </a:p>
          <a:p>
            <a:r>
              <a:rPr lang="en-US" sz="1800" b="1" dirty="0"/>
              <a:t>2- Query input</a:t>
            </a:r>
          </a:p>
          <a:p>
            <a:r>
              <a:rPr lang="en-US" sz="1800" b="1" dirty="0"/>
              <a:t>3- Search Time</a:t>
            </a:r>
          </a:p>
          <a:p>
            <a:r>
              <a:rPr lang="en-US" sz="1800" b="1" dirty="0"/>
              <a:t>4- Matches and their count</a:t>
            </a:r>
          </a:p>
          <a:p>
            <a:r>
              <a:rPr lang="en-US" sz="1800" b="1" dirty="0"/>
              <a:t>5- Replace time (if a replacement occurs)</a:t>
            </a:r>
          </a:p>
          <a:p>
            <a:r>
              <a:rPr lang="en-US" sz="1800" b="1" dirty="0"/>
              <a:t>6- Original text with $$ marking matches</a:t>
            </a:r>
          </a:p>
          <a:p>
            <a:endParaRPr lang="en-US" sz="18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B454FA9-B631-49F5-8286-26D64A8B8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5863" y="1543046"/>
            <a:ext cx="6510337" cy="3878270"/>
          </a:xfrm>
        </p:spPr>
      </p:pic>
    </p:spTree>
    <p:extLst>
      <p:ext uri="{BB962C8B-B14F-4D97-AF65-F5344CB8AC3E}">
        <p14:creationId xmlns:p14="http://schemas.microsoft.com/office/powerpoint/2010/main" val="19422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000" b="1" dirty="0"/>
              <a:t>Example Query Output:</a:t>
            </a:r>
          </a:p>
          <a:p>
            <a:r>
              <a:rPr lang="en-US" sz="1800" b="1" dirty="0"/>
              <a:t>As you can see in the output: </a:t>
            </a:r>
          </a:p>
          <a:p>
            <a:r>
              <a:rPr lang="en-US" sz="1800" b="1" dirty="0"/>
              <a:t>1- Query Number</a:t>
            </a:r>
          </a:p>
          <a:p>
            <a:r>
              <a:rPr lang="en-US" sz="1800" b="1" dirty="0"/>
              <a:t>2- Query input</a:t>
            </a:r>
          </a:p>
          <a:p>
            <a:r>
              <a:rPr lang="en-US" sz="1800" b="1" dirty="0"/>
              <a:t>3- Search Time</a:t>
            </a:r>
          </a:p>
          <a:p>
            <a:r>
              <a:rPr lang="en-US" sz="1800" b="1" dirty="0"/>
              <a:t>4- Matches and their count</a:t>
            </a:r>
          </a:p>
          <a:p>
            <a:r>
              <a:rPr lang="en-US" sz="1800" b="1" dirty="0"/>
              <a:t>5- Replace time (if a replacement occurs)</a:t>
            </a:r>
          </a:p>
          <a:p>
            <a:r>
              <a:rPr lang="en-US" sz="1800" b="1" dirty="0"/>
              <a:t>6- Original text with $$ marking matches</a:t>
            </a:r>
          </a:p>
          <a:p>
            <a:endParaRPr lang="en-US" sz="18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DC2AF5-7B33-413C-AD3C-E5459BC57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991" y="757795"/>
            <a:ext cx="6226080" cy="5448772"/>
          </a:xfrm>
        </p:spPr>
      </p:pic>
    </p:spTree>
    <p:extLst>
      <p:ext uri="{BB962C8B-B14F-4D97-AF65-F5344CB8AC3E}">
        <p14:creationId xmlns:p14="http://schemas.microsoft.com/office/powerpoint/2010/main" val="62570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000" b="1" dirty="0"/>
              <a:t>Example Query Output:</a:t>
            </a:r>
          </a:p>
          <a:p>
            <a:r>
              <a:rPr lang="en-US" sz="1800" b="1" dirty="0"/>
              <a:t>As you can see in the output: </a:t>
            </a:r>
          </a:p>
          <a:p>
            <a:r>
              <a:rPr lang="en-US" sz="1800" b="1" dirty="0"/>
              <a:t>1- Query Number</a:t>
            </a:r>
          </a:p>
          <a:p>
            <a:r>
              <a:rPr lang="en-US" sz="1800" b="1" dirty="0"/>
              <a:t>2- Query input</a:t>
            </a:r>
          </a:p>
          <a:p>
            <a:r>
              <a:rPr lang="en-US" sz="1800" b="1" dirty="0"/>
              <a:t>3- Search Time</a:t>
            </a:r>
          </a:p>
          <a:p>
            <a:r>
              <a:rPr lang="en-US" sz="1800" b="1" dirty="0"/>
              <a:t>4- Matches and their count</a:t>
            </a:r>
          </a:p>
          <a:p>
            <a:r>
              <a:rPr lang="en-US" sz="1800" b="1" dirty="0"/>
              <a:t>5- Replace time (if a replacement occurs)</a:t>
            </a:r>
          </a:p>
          <a:p>
            <a:r>
              <a:rPr lang="en-US" sz="1800" b="1" dirty="0"/>
              <a:t>6- Original text with $$ marking matches</a:t>
            </a:r>
          </a:p>
          <a:p>
            <a:endParaRPr lang="en-US" sz="18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208BCB-ACE2-4F49-873C-D979B0DBA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5863" y="1148345"/>
            <a:ext cx="6510337" cy="4667673"/>
          </a:xfrm>
        </p:spPr>
      </p:pic>
    </p:spTree>
    <p:extLst>
      <p:ext uri="{BB962C8B-B14F-4D97-AF65-F5344CB8AC3E}">
        <p14:creationId xmlns:p14="http://schemas.microsoft.com/office/powerpoint/2010/main" val="100171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gui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1800" b="1" dirty="0"/>
              <a:t>After finishing queries, the selected output file (output.txt or your chosen file) is updated</a:t>
            </a:r>
          </a:p>
          <a:p>
            <a:r>
              <a:rPr lang="en-US" sz="1800" b="1" dirty="0"/>
              <a:t>The file contains all query results displayed on the screen</a:t>
            </a:r>
          </a:p>
          <a:p>
            <a:r>
              <a:rPr lang="en-US" sz="1800" b="1" dirty="0"/>
              <a:t>Example: output.txt has 3 query results in my case</a:t>
            </a:r>
          </a:p>
          <a:p>
            <a:r>
              <a:rPr lang="en-US" sz="1800" b="1" dirty="0"/>
              <a:t>Note: Selecting a new input file via Browse then applying new query clears the output file and resets query numbering to 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92C2B6-161C-4038-BCA8-B6CFE0D22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889" y="746125"/>
            <a:ext cx="5320285" cy="5472113"/>
          </a:xfrm>
        </p:spPr>
      </p:pic>
    </p:spTree>
    <p:extLst>
      <p:ext uri="{BB962C8B-B14F-4D97-AF65-F5344CB8AC3E}">
        <p14:creationId xmlns:p14="http://schemas.microsoft.com/office/powerpoint/2010/main" val="260104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console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800" b="1" dirty="0"/>
              <a:t>Using the Console Project</a:t>
            </a:r>
          </a:p>
          <a:p>
            <a:r>
              <a:rPr lang="en-US" sz="2800" b="1" dirty="0"/>
              <a:t>- Change the function used from the project object (see image)</a:t>
            </a:r>
          </a:p>
          <a:p>
            <a:r>
              <a:rPr lang="en-US" sz="2800" b="1" dirty="0"/>
              <a:t>- Run the project again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DFBD82-C69E-4A14-8A3E-2280F0C0B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5146" y="1855170"/>
            <a:ext cx="6111770" cy="3254022"/>
          </a:xfrm>
        </p:spPr>
      </p:pic>
    </p:spTree>
    <p:extLst>
      <p:ext uri="{BB962C8B-B14F-4D97-AF65-F5344CB8AC3E}">
        <p14:creationId xmlns:p14="http://schemas.microsoft.com/office/powerpoint/2010/main" val="753508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console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400" b="1" dirty="0"/>
              <a:t>1- Enter the input file path</a:t>
            </a:r>
          </a:p>
          <a:p>
            <a:r>
              <a:rPr lang="en-US" sz="2400" b="1" dirty="0"/>
              <a:t>2- Enter the number of queries</a:t>
            </a:r>
          </a:p>
          <a:p>
            <a:r>
              <a:rPr lang="en-US" sz="2400" b="1" dirty="0"/>
              <a:t>3- Enter each query one by one</a:t>
            </a:r>
          </a:p>
          <a:p>
            <a:r>
              <a:rPr lang="en-US" sz="2400" b="1" dirty="0"/>
              <a:t>4- For each query, provide input as described in the instructions (see image)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6BD902-E0B9-4F74-93F9-64089DEBE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06" y="1371982"/>
            <a:ext cx="4961050" cy="4255819"/>
          </a:xfrm>
        </p:spPr>
      </p:pic>
    </p:spTree>
    <p:extLst>
      <p:ext uri="{BB962C8B-B14F-4D97-AF65-F5344CB8AC3E}">
        <p14:creationId xmlns:p14="http://schemas.microsoft.com/office/powerpoint/2010/main" val="93723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console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400" b="1" dirty="0"/>
              <a:t>Console Project Output</a:t>
            </a:r>
          </a:p>
          <a:p>
            <a:r>
              <a:rPr lang="en-US" sz="2400" b="1" dirty="0"/>
              <a:t>Matches are highlighted in red on the screen</a:t>
            </a:r>
          </a:p>
          <a:p>
            <a:r>
              <a:rPr lang="en-US" sz="2400" b="1" dirty="0"/>
              <a:t>Output is also saved in the output file (output.txt in my case)</a:t>
            </a:r>
          </a:p>
          <a:p>
            <a:r>
              <a:rPr lang="en-US" sz="2400" b="1" dirty="0"/>
              <a:t>If an invalid output path is entered, the program defaults to output.txt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B47AF8-DC92-4C3D-B142-15A4A58A2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9008" y="1340776"/>
            <a:ext cx="5624047" cy="4282811"/>
          </a:xfrm>
        </p:spPr>
      </p:pic>
    </p:spTree>
    <p:extLst>
      <p:ext uri="{BB962C8B-B14F-4D97-AF65-F5344CB8AC3E}">
        <p14:creationId xmlns:p14="http://schemas.microsoft.com/office/powerpoint/2010/main" val="198277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How to Use console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4000" b="1" dirty="0"/>
              <a:t>Console Project Output in output.txt (see image)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7523DF-987A-40BC-95B6-832B3A652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903" y="1360551"/>
            <a:ext cx="4816257" cy="4370945"/>
          </a:xfrm>
        </p:spPr>
      </p:pic>
    </p:spTree>
    <p:extLst>
      <p:ext uri="{BB962C8B-B14F-4D97-AF65-F5344CB8AC3E}">
        <p14:creationId xmlns:p14="http://schemas.microsoft.com/office/powerpoint/2010/main" val="279040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Performance test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400" b="1" dirty="0"/>
              <a:t>Use words_alpha.txt from the repo (contains 370K+ words)</a:t>
            </a:r>
          </a:p>
          <a:p>
            <a:r>
              <a:rPr lang="en-US" sz="2400" b="1" dirty="0"/>
              <a:t>Precompute time: ~2 seconds (see image)</a:t>
            </a:r>
          </a:p>
          <a:p>
            <a:r>
              <a:rPr lang="en-US" sz="2400" b="1" dirty="0"/>
              <a:t>Each query takes only a few milliseconds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8155D4-2F61-44FF-8622-83CD23697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5265" y="1977101"/>
            <a:ext cx="4991533" cy="3010161"/>
          </a:xfrm>
        </p:spPr>
      </p:pic>
    </p:spTree>
    <p:extLst>
      <p:ext uri="{BB962C8B-B14F-4D97-AF65-F5344CB8AC3E}">
        <p14:creationId xmlns:p14="http://schemas.microsoft.com/office/powerpoint/2010/main" val="2920002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Performance test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Query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889208-953D-4A53-BAB2-B77C92F23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9871" y="2205721"/>
            <a:ext cx="6462320" cy="2552921"/>
          </a:xfrm>
        </p:spPr>
      </p:pic>
    </p:spTree>
    <p:extLst>
      <p:ext uri="{BB962C8B-B14F-4D97-AF65-F5344CB8AC3E}">
        <p14:creationId xmlns:p14="http://schemas.microsoft.com/office/powerpoint/2010/main" val="414281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BD06D-8A36-4131-909F-66A34F37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46759"/>
            <a:ext cx="4114800" cy="1148029"/>
          </a:xfrm>
        </p:spPr>
        <p:txBody>
          <a:bodyPr/>
          <a:lstStyle/>
          <a:p>
            <a:r>
              <a:rPr lang="en-US" b="1" dirty="0"/>
              <a:t>Performance test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DF1887-BE21-4A1E-932A-E2721111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30079"/>
            <a:ext cx="4114800" cy="3588606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Query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3B150F-7D56-43D8-9BBB-29123BBA4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5863" y="1596307"/>
            <a:ext cx="6510337" cy="3771749"/>
          </a:xfrm>
        </p:spPr>
      </p:pic>
    </p:spTree>
    <p:extLst>
      <p:ext uri="{BB962C8B-B14F-4D97-AF65-F5344CB8AC3E}">
        <p14:creationId xmlns:p14="http://schemas.microsoft.com/office/powerpoint/2010/main" val="2260280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8DCB54-ECF2-4008-A61E-3C5DF4721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9418" y="516233"/>
            <a:ext cx="10913164" cy="58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868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74</TotalTime>
  <Words>624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Century Gothic</vt:lpstr>
      <vt:lpstr>Vapor Trail</vt:lpstr>
      <vt:lpstr>Text search</vt:lpstr>
      <vt:lpstr>Download the project</vt:lpstr>
      <vt:lpstr>How to run</vt:lpstr>
      <vt:lpstr>How to Use gui</vt:lpstr>
      <vt:lpstr>How to Use gui</vt:lpstr>
      <vt:lpstr>How to Use gui</vt:lpstr>
      <vt:lpstr>How to Use gui</vt:lpstr>
      <vt:lpstr>How to Use gui</vt:lpstr>
      <vt:lpstr>How to Use gui</vt:lpstr>
      <vt:lpstr>How to Use console project</vt:lpstr>
      <vt:lpstr>How to Use console project</vt:lpstr>
      <vt:lpstr>How to Use console project</vt:lpstr>
      <vt:lpstr>How to Use console project</vt:lpstr>
      <vt:lpstr>Performance test</vt:lpstr>
      <vt:lpstr>Performance test</vt:lpstr>
      <vt:lpstr>Performance test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search</dc:title>
  <dc:creator>Abanoub Adel</dc:creator>
  <cp:lastModifiedBy>Abanoub Adel</cp:lastModifiedBy>
  <cp:revision>27</cp:revision>
  <dcterms:created xsi:type="dcterms:W3CDTF">2025-12-19T17:34:30Z</dcterms:created>
  <dcterms:modified xsi:type="dcterms:W3CDTF">2025-12-19T18:48:38Z</dcterms:modified>
</cp:coreProperties>
</file>